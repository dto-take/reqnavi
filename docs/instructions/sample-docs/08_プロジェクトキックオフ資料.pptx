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3D"/>
                </a:solidFill>
              </a:rPr>
              <a:t>営業管理システム（Salesforce）導入プロジェクト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960"/>
                </a:solidFill>
              </a:rPr>
              <a:t>プロジェクトキックオフ資料　株式会社サンライズ商事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960"/>
                </a:solidFill>
              </a:rPr>
              <a:t>2026年8月5日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D"/>
                </a:solidFill>
              </a:rPr>
              <a:t>ご検討の背景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352F"/>
                </a:solidFill>
              </a:rPr>
              <a:t>商談状況が営業担当者個人にしか分からず、上長がリアルタイムに進捗を把握できない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352F"/>
                </a:solidFill>
              </a:rPr>
              <a:t>見積書の承認プロセスが属人的で、承認記録が残らないケースがある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352F"/>
                </a:solidFill>
              </a:rPr>
              <a:t>顧客情報が営業部と基幹システムで分断されている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352F"/>
                </a:solidFill>
              </a:rPr>
              <a:t>売上予測が担当者の感覚に依存し、経営層への報告に時間がかかっている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D"/>
                </a:solidFill>
              </a:rPr>
              <a:t>プロジェクトの目的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352F"/>
                </a:solidFill>
              </a:rPr>
              <a:t>Salesforce Sales Cloudを導入し、商談管理・見積管理・承認フローを一元化することで、営業プロセスの可視化と、経営層による迅速な意思決定を可能にする。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D"/>
                </a:solidFill>
              </a:rPr>
              <a:t>プロジェクトのスコープ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3D"/>
                </a:solidFill>
              </a:rPr>
              <a:t>対象範囲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352F"/>
                </a:solidFill>
              </a:rPr>
              <a:t>営業部（東京本社・大阪支社）の商談管理・見積管理・承認フロー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352F"/>
                </a:solidFill>
              </a:rPr>
              <a:t>既存基幹システムとの顧客情報連携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352F"/>
                </a:solidFill>
              </a:rPr>
              <a:t>営業担当者・営業マネージャー向けダッシュボード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3B2E"/>
                </a:solidFill>
              </a:rPr>
              <a:t>対象外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352F"/>
                </a:solidFill>
              </a:rPr>
              <a:t>会計処理そのもの（既存基幹システムを継続利用）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352F"/>
                </a:solidFill>
              </a:rPr>
              <a:t>カスタマーサポート業務（別プロジェクトで検討予定）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352F"/>
                </a:solidFill>
              </a:rPr>
              <a:t>海外拠点（本プロジェクトは国内拠点のみ対象）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D"/>
                </a:solidFill>
              </a:rPr>
              <a:t>想定スケジュール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315200" cy="27432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352F"/>
                          </a:solidFill>
                        </a:rPr>
                        <a:t>フェーズ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352F"/>
                          </a:solidFill>
                        </a:rPr>
                        <a:t>時期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要件定義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2026年8月〜9月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基本設計・開発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2026年10月〜12月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テスト・移行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2027年1月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本稼働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352F"/>
                          </a:solidFill>
                        </a:rPr>
                        <a:t>2027年2月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2026-09-02T09:28:58Z</dcterms:created>
  <dcterms:modified xsi:type="dcterms:W3CDTF">2026-09-02T09:28:58Z</dcterms:modified>
</cp:coreProperties>
</file>